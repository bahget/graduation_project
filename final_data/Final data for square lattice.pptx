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-156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5814E-253D-476C-B748-E01433B407C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9563-9A80-4E66-80C3-E31447E43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89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5814E-253D-476C-B748-E01433B407C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9563-9A80-4E66-80C3-E31447E43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429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5814E-253D-476C-B748-E01433B407C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9563-9A80-4E66-80C3-E31447E43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17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5814E-253D-476C-B748-E01433B407C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9563-9A80-4E66-80C3-E31447E43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84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5814E-253D-476C-B748-E01433B407C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9563-9A80-4E66-80C3-E31447E43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937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5814E-253D-476C-B748-E01433B407C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9563-9A80-4E66-80C3-E31447E43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04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5814E-253D-476C-B748-E01433B407C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9563-9A80-4E66-80C3-E31447E43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948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5814E-253D-476C-B748-E01433B407C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9563-9A80-4E66-80C3-E31447E43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824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5814E-253D-476C-B748-E01433B407C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9563-9A80-4E66-80C3-E31447E43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33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5814E-253D-476C-B748-E01433B407C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9563-9A80-4E66-80C3-E31447E43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220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5814E-253D-476C-B748-E01433B407C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9563-9A80-4E66-80C3-E31447E43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69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5814E-253D-476C-B748-E01433B407C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69563-9A80-4E66-80C3-E31447E43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835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79550"/>
            <a:ext cx="3848100" cy="385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965700" y="2609851"/>
            <a:ext cx="3644900" cy="1470025"/>
          </a:xfrm>
        </p:spPr>
        <p:txBody>
          <a:bodyPr>
            <a:normAutofit/>
          </a:bodyPr>
          <a:lstStyle/>
          <a:p>
            <a:r>
              <a:rPr lang="en-US" dirty="0" smtClean="0"/>
              <a:t>Final data for square lattice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006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1236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5</Words>
  <Application>Microsoft Office PowerPoint</Application>
  <PresentationFormat>On-screen Show (4:3)</PresentationFormat>
  <Paragraphs>1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Final data for square lattice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data for square lattice</dc:title>
  <dc:creator>Abdulrahman Ahmed M.Bahget</dc:creator>
  <cp:lastModifiedBy>Abdulrahman Ahmed M.Bahget</cp:lastModifiedBy>
  <cp:revision>2</cp:revision>
  <dcterms:created xsi:type="dcterms:W3CDTF">2026-03-04T00:31:40Z</dcterms:created>
  <dcterms:modified xsi:type="dcterms:W3CDTF">2026-03-04T10:22:52Z</dcterms:modified>
</cp:coreProperties>
</file>